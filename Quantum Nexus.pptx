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7" r:id="rId5"/>
    <p:sldId id="258" r:id="rId6"/>
    <p:sldId id="259" r:id="rId7"/>
    <p:sldId id="260" r:id="rId8"/>
    <p:sldId id="261" r:id="rId9"/>
    <p:sldId id="262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496">
          <p15:clr>
            <a:srgbClr val="A4A3A4"/>
          </p15:clr>
        </p15:guide>
        <p15:guide id="3" orient="horz" pos="2880">
          <p15:clr>
            <a:srgbClr val="A4A3A4"/>
          </p15:clr>
        </p15:guide>
        <p15:guide id="4" orient="horz" pos="1056">
          <p15:clr>
            <a:srgbClr val="A4A3A4"/>
          </p15:clr>
        </p15:guide>
        <p15:guide id="5" orient="horz" pos="3888">
          <p15:clr>
            <a:srgbClr val="A4A3A4"/>
          </p15:clr>
        </p15:guide>
        <p15:guide id="6" orient="horz" pos="240">
          <p15:clr>
            <a:srgbClr val="A4A3A4"/>
          </p15:clr>
        </p15:guide>
        <p15:guide id="7" pos="3839">
          <p15:clr>
            <a:srgbClr val="A4A3A4"/>
          </p15:clr>
        </p15:guide>
        <p15:guide id="8" pos="527">
          <p15:clr>
            <a:srgbClr val="A4A3A4"/>
          </p15:clr>
        </p15:guide>
        <p15:guide id="9" pos="815">
          <p15:clr>
            <a:srgbClr val="A4A3A4"/>
          </p15:clr>
        </p15:guide>
        <p15:guide id="10" pos="6863">
          <p15:clr>
            <a:srgbClr val="A4A3A4"/>
          </p15:clr>
        </p15:guide>
        <p15:guide id="11" pos="6143">
          <p15:clr>
            <a:srgbClr val="A4A3A4"/>
          </p15:clr>
        </p15:guide>
        <p15:guide id="12" pos="47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2496"/>
        <p:guide orient="horz" pos="2880"/>
        <p:guide orient="horz" pos="1056"/>
        <p:guide orient="horz" pos="3888"/>
        <p:guide orient="horz" pos="240"/>
        <p:guide pos="3839"/>
        <p:guide pos="527"/>
        <p:guide pos="815"/>
        <p:guide pos="6863"/>
        <p:guide pos="6143"/>
        <p:guide pos="47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9/15/2026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9/15/2026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  <a:noFill/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2A58A-F6A3-44B4-8553-CA3EAF252FB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9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BD3E-AD23-4233-B7FD-BCC74AA741B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9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  <a:noFill/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5C56-1C19-4454-A6D4-FDB29407013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EA3F-BC83-4494-8BB2-CF9729692A8C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5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CFC3-C38C-4973-9593-9C0AA203E374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8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E9B8-A638-47B9-8EAF-A06FB35BB403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8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414C0-40BC-46FB-ADE3-F7141007B5FB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BC97-2F5E-4770-AEEF-8F2730A3EA80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95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513F-1C7D-48A3-9E66-761794785CC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3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BC340-5827-402A-ABD7-86B6900F77A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  <a:solidFill>
            <a:schemeClr val="bg2">
              <a:alpha val="7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41B0D41C-F0D3-49F0-8041-67FC705A40C6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3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Clr>
          <a:schemeClr val="accent6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1934344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+mn-lt"/>
              </a:rPr>
              <a:t>Q-Rescue Quantum </a:t>
            </a:r>
            <a:br>
              <a:rPr lang="en-US" sz="4800" dirty="0">
                <a:latin typeface="+mn-lt"/>
              </a:rPr>
            </a:br>
            <a:r>
              <a:rPr lang="en-US" sz="4800" dirty="0">
                <a:latin typeface="+mn-lt"/>
              </a:rPr>
              <a:t>Disaster Response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3284984"/>
            <a:ext cx="8458200" cy="1728192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Team Name : Quantum Nexus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Segoe UI Variable Small Semibol" pitchFamily="2" charset="0"/>
                <a:cs typeface="Arial" panose="020B0604020202020204" pitchFamily="34" charset="0"/>
              </a:rPr>
              <a:t>Quantathon</a:t>
            </a:r>
            <a:r>
              <a:rPr lang="en-US" dirty="0">
                <a:latin typeface="Segoe UI Variable Small Semibol" pitchFamily="2" charset="0"/>
                <a:cs typeface="Arial" panose="020B0604020202020204" pitchFamily="34" charset="0"/>
              </a:rPr>
              <a:t> 2K26,</a:t>
            </a:r>
          </a:p>
          <a:p>
            <a:r>
              <a:rPr lang="en-US" dirty="0">
                <a:latin typeface="Segoe UI Variable Small Semibol" pitchFamily="2" charset="0"/>
                <a:cs typeface="Arial" panose="020B0604020202020204" pitchFamily="34" charset="0"/>
              </a:rPr>
              <a:t>Pragati University</a:t>
            </a:r>
          </a:p>
        </p:txBody>
      </p:sp>
    </p:spTree>
    <p:extLst>
      <p:ext uri="{BB962C8B-B14F-4D97-AF65-F5344CB8AC3E}">
        <p14:creationId xmlns:p14="http://schemas.microsoft.com/office/powerpoint/2010/main" val="7522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77789" y="381000"/>
            <a:ext cx="10417224" cy="1143000"/>
          </a:xfrm>
        </p:spPr>
        <p:txBody>
          <a:bodyPr>
            <a:normAutofit/>
          </a:bodyPr>
          <a:lstStyle/>
          <a:p>
            <a:r>
              <a:rPr lang="en-US" sz="4400" dirty="0"/>
              <a:t>Problem Statement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89757" y="1676400"/>
            <a:ext cx="6336703" cy="412886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The Problem Natural disasters cause delays in rescue operations.</a:t>
            </a:r>
          </a:p>
          <a:p>
            <a:pPr lvl="0"/>
            <a:r>
              <a:rPr lang="en-US" dirty="0"/>
              <a:t>Traffic and blocked roads slow emergency teams.</a:t>
            </a:r>
          </a:p>
          <a:p>
            <a:pPr lvl="0"/>
            <a:r>
              <a:rPr lang="en-US" dirty="0"/>
              <a:t>Resources are not always sent to the right place.</a:t>
            </a:r>
          </a:p>
          <a:p>
            <a:pPr lvl="0"/>
            <a:r>
              <a:rPr lang="en-US" dirty="0"/>
              <a:t>Every minute of delay can cost lives.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0BB6A-861C-AA5F-9411-74A4EEAB8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92" y="1642839"/>
            <a:ext cx="5256584" cy="41624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18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7" y="381000"/>
            <a:ext cx="10705256" cy="1143000"/>
          </a:xfrm>
        </p:spPr>
        <p:txBody>
          <a:bodyPr>
            <a:normAutofit/>
          </a:bodyPr>
          <a:lstStyle/>
          <a:p>
            <a:r>
              <a:rPr lang="en-US" sz="4800" dirty="0"/>
              <a:t>Our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E356A-C875-0F47-74A1-483720FDA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7" y="1676400"/>
            <a:ext cx="6480719" cy="384083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Our Idea Use Quantum Computing for faster decision-making.</a:t>
            </a:r>
          </a:p>
          <a:p>
            <a:r>
              <a:rPr lang="en-US" dirty="0"/>
              <a:t>Analyze multiple rescue routes at the same time.</a:t>
            </a:r>
          </a:p>
          <a:p>
            <a:r>
              <a:rPr lang="en-US" dirty="0"/>
              <a:t>Suggest the quickest and safest route.</a:t>
            </a:r>
          </a:p>
          <a:p>
            <a:r>
              <a:rPr lang="en-US" dirty="0"/>
              <a:t>Help distribute emergency resources efficiently.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4FD6E-8770-94B0-AB3E-8B0F75E78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492" y="1681162"/>
            <a:ext cx="5256584" cy="3836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8825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772" y="381000"/>
            <a:ext cx="10561241" cy="1143000"/>
          </a:xfrm>
        </p:spPr>
        <p:txBody>
          <a:bodyPr>
            <a:normAutofit/>
          </a:bodyPr>
          <a:lstStyle/>
          <a:p>
            <a:r>
              <a:rPr lang="en-US" sz="4400" dirty="0"/>
              <a:t>How It Works (Working Process)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5653018" cy="4495800"/>
          </a:xfrm>
        </p:spPr>
        <p:txBody>
          <a:bodyPr>
            <a:normAutofit/>
          </a:bodyPr>
          <a:lstStyle/>
          <a:p>
            <a:r>
              <a:rPr lang="en-US" dirty="0"/>
              <a:t>Disaster information is collected.</a:t>
            </a:r>
          </a:p>
          <a:p>
            <a:r>
              <a:rPr lang="en-US" dirty="0"/>
              <a:t>The system receives emergency requests.</a:t>
            </a:r>
          </a:p>
          <a:p>
            <a:r>
              <a:rPr lang="en-US" dirty="0"/>
              <a:t>A Quantum Optimizer finds the best routes.</a:t>
            </a:r>
          </a:p>
          <a:p>
            <a:r>
              <a:rPr lang="en-US" dirty="0"/>
              <a:t>Rescue teams receive instant route suggestions.</a:t>
            </a:r>
          </a:p>
          <a:p>
            <a:r>
              <a:rPr lang="en-US" dirty="0"/>
              <a:t>Faster rescue operations save more lives.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6E3441-CF74-1FEC-BA94-A70A80DAC2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72" y="1676400"/>
            <a:ext cx="5518367" cy="4495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036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64" y="381000"/>
            <a:ext cx="10633249" cy="1143000"/>
          </a:xfrm>
        </p:spPr>
        <p:txBody>
          <a:bodyPr>
            <a:normAutofit/>
          </a:bodyPr>
          <a:lstStyle/>
          <a:p>
            <a:r>
              <a:rPr lang="en-US" sz="6000" dirty="0"/>
              <a:t>Benefits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261764" y="1676400"/>
            <a:ext cx="5688632" cy="3264768"/>
          </a:xfrm>
        </p:spPr>
        <p:txBody>
          <a:bodyPr/>
          <a:lstStyle/>
          <a:p>
            <a:r>
              <a:rPr lang="en-US" dirty="0"/>
              <a:t>Faster rescue response.</a:t>
            </a:r>
          </a:p>
          <a:p>
            <a:r>
              <a:rPr lang="en-US" dirty="0"/>
              <a:t>Better resource allocation.</a:t>
            </a:r>
          </a:p>
          <a:p>
            <a:r>
              <a:rPr lang="en-US" dirty="0"/>
              <a:t>Reduced travel time.</a:t>
            </a:r>
          </a:p>
          <a:p>
            <a:r>
              <a:rPr lang="en-US" dirty="0"/>
              <a:t>Improved disaster management.</a:t>
            </a:r>
          </a:p>
          <a:p>
            <a:r>
              <a:rPr lang="en-US" dirty="0"/>
              <a:t>Future-ready smart emergency system.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055797-78E5-C390-9F10-42D535A10C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1676400"/>
            <a:ext cx="5976664" cy="32647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5205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578E-1911-B172-BE8B-B31CD27B3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84" y="240955"/>
            <a:ext cx="10705256" cy="1143000"/>
          </a:xfrm>
        </p:spPr>
        <p:txBody>
          <a:bodyPr>
            <a:normAutofit/>
          </a:bodyPr>
          <a:lstStyle/>
          <a:p>
            <a:r>
              <a:rPr lang="en-IN" sz="4800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4DEEF-6F4B-31D6-15D4-7BFF73B0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7" y="1524000"/>
            <a:ext cx="6048672" cy="34171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Smart Cities</a:t>
            </a:r>
          </a:p>
          <a:p>
            <a:r>
              <a:rPr lang="en-IN" dirty="0"/>
              <a:t>NDRF &amp; Disaster Management</a:t>
            </a:r>
          </a:p>
          <a:p>
            <a:r>
              <a:rPr lang="en-IN" dirty="0"/>
              <a:t>Flood and Cyclone Response</a:t>
            </a:r>
          </a:p>
          <a:p>
            <a:r>
              <a:rPr lang="en-IN" dirty="0"/>
              <a:t>Earthquake Emergency Planning</a:t>
            </a:r>
          </a:p>
          <a:p>
            <a:r>
              <a:rPr lang="en-IN" dirty="0"/>
              <a:t>AI + Quantum integrated rescue 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3C9D3-1B2A-D52D-416C-1B9461441008}"/>
              </a:ext>
            </a:extLst>
          </p:cNvPr>
          <p:cNvSpPr/>
          <p:nvPr/>
        </p:nvSpPr>
        <p:spPr>
          <a:xfrm>
            <a:off x="6572607" y="647307"/>
            <a:ext cx="2160240" cy="100811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Disaster Occurs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Flood/Cyclone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3CD09E6-F9E4-F8A7-4832-E958D1C28C25}"/>
              </a:ext>
            </a:extLst>
          </p:cNvPr>
          <p:cNvSpPr/>
          <p:nvPr/>
        </p:nvSpPr>
        <p:spPr>
          <a:xfrm>
            <a:off x="7390556" y="1735646"/>
            <a:ext cx="360040" cy="36004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4D62F-D681-CA11-31BD-C05B076447D3}"/>
              </a:ext>
            </a:extLst>
          </p:cNvPr>
          <p:cNvSpPr/>
          <p:nvPr/>
        </p:nvSpPr>
        <p:spPr>
          <a:xfrm>
            <a:off x="6490456" y="2218756"/>
            <a:ext cx="2448272" cy="1080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Data Collection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Sensors + Satellite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ED1FE-E7B5-7264-38CF-3052C39EE040}"/>
              </a:ext>
            </a:extLst>
          </p:cNvPr>
          <p:cNvSpPr/>
          <p:nvPr/>
        </p:nvSpPr>
        <p:spPr>
          <a:xfrm>
            <a:off x="6462771" y="3803206"/>
            <a:ext cx="2520280" cy="1080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Quantum Optimizer</a:t>
            </a:r>
          </a:p>
          <a:p>
            <a:pPr algn="ctr"/>
            <a:r>
              <a:rPr lang="en-IN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Analyzes</a:t>
            </a:r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 Routes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CD9CE0-CC30-B96E-5BE7-E13377DE569A}"/>
              </a:ext>
            </a:extLst>
          </p:cNvPr>
          <p:cNvSpPr/>
          <p:nvPr/>
        </p:nvSpPr>
        <p:spPr>
          <a:xfrm>
            <a:off x="9814893" y="623169"/>
            <a:ext cx="2160240" cy="1080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Best Route Found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Fastest &amp; Safest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B23F8-A93B-1CDD-8AED-A483606E6B3D}"/>
              </a:ext>
            </a:extLst>
          </p:cNvPr>
          <p:cNvSpPr/>
          <p:nvPr/>
        </p:nvSpPr>
        <p:spPr>
          <a:xfrm>
            <a:off x="9622804" y="2241609"/>
            <a:ext cx="2448272" cy="1080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Rescue Team Alert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Resources Sent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D045CC-E6A5-AC5A-1EB5-523BA7BEEB7C}"/>
              </a:ext>
            </a:extLst>
          </p:cNvPr>
          <p:cNvSpPr/>
          <p:nvPr/>
        </p:nvSpPr>
        <p:spPr>
          <a:xfrm>
            <a:off x="9698161" y="3803205"/>
            <a:ext cx="2376264" cy="1080121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Lived Saved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Arial Rounded MT Bold" panose="020F0704030504030204" pitchFamily="34" charset="0"/>
              </a:rPr>
              <a:t>Faster Response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EE72837-E24B-DDAF-5E52-F938A298B5FD}"/>
              </a:ext>
            </a:extLst>
          </p:cNvPr>
          <p:cNvSpPr/>
          <p:nvPr/>
        </p:nvSpPr>
        <p:spPr>
          <a:xfrm>
            <a:off x="7390556" y="3379104"/>
            <a:ext cx="360040" cy="36004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9E41661F-16BD-D00E-0A2F-D7DEDF0D389E}"/>
              </a:ext>
            </a:extLst>
          </p:cNvPr>
          <p:cNvSpPr/>
          <p:nvPr/>
        </p:nvSpPr>
        <p:spPr>
          <a:xfrm>
            <a:off x="10666920" y="1792429"/>
            <a:ext cx="360040" cy="36004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EBFBEC8E-C391-A05B-DDF7-40D11FBFE88C}"/>
              </a:ext>
            </a:extLst>
          </p:cNvPr>
          <p:cNvSpPr/>
          <p:nvPr/>
        </p:nvSpPr>
        <p:spPr>
          <a:xfrm>
            <a:off x="10666920" y="3379104"/>
            <a:ext cx="360040" cy="360040"/>
          </a:xfrm>
          <a:prstGeom prst="down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F8319-2551-F7AA-CD5F-F55E601A99B7}"/>
              </a:ext>
            </a:extLst>
          </p:cNvPr>
          <p:cNvSpPr txBox="1"/>
          <p:nvPr/>
        </p:nvSpPr>
        <p:spPr>
          <a:xfrm>
            <a:off x="3419063" y="5178002"/>
            <a:ext cx="3043708" cy="83099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4800" dirty="0">
                <a:latin typeface="Script MT Bold" panose="03040602040607080904" pitchFamily="66" charset="0"/>
              </a:rPr>
              <a:t>Thank You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AA32E9-EEB1-7661-9144-D5FB0607FCF1}"/>
              </a:ext>
            </a:extLst>
          </p:cNvPr>
          <p:cNvSpPr txBox="1"/>
          <p:nvPr/>
        </p:nvSpPr>
        <p:spPr>
          <a:xfrm>
            <a:off x="7246540" y="6022183"/>
            <a:ext cx="5278355" cy="83099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2400" b="1" dirty="0">
                <a:latin typeface="+mj-lt"/>
              </a:rPr>
              <a:t>Presented By:-</a:t>
            </a:r>
          </a:p>
          <a:p>
            <a:r>
              <a:rPr lang="en-IN" sz="2400" b="1" dirty="0">
                <a:latin typeface="+mj-lt"/>
              </a:rPr>
              <a:t>Satya | Pramila | Nandini</a:t>
            </a:r>
          </a:p>
        </p:txBody>
      </p:sp>
    </p:spTree>
    <p:extLst>
      <p:ext uri="{BB962C8B-B14F-4D97-AF65-F5344CB8AC3E}">
        <p14:creationId xmlns:p14="http://schemas.microsoft.com/office/powerpoint/2010/main" val="226191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exagonal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accent4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al design slides.potx" id="{12658BD0-7259-4A0F-91D4-55B50BBE9BFD}" vid="{57622FE6-AF39-47E3-8976-1D25291C345B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ED73A5-C2D2-4D49-BB89-167E8E32C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427FAC-CD3A-494C-985C-09E26C5EA507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a4f35948-e619-41b3-aa29-22878b09cfd2"/>
    <ds:schemaRef ds:uri="40262f94-9f35-4ac3-9a90-690165a166b7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1D6E40-F509-498A-BF02-00C895783B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Hexagonal design slides</Template>
  <TotalTime>65</TotalTime>
  <Words>209</Words>
  <Application>Microsoft Office PowerPoint</Application>
  <PresentationFormat>Custom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Arial Rounded MT Bold</vt:lpstr>
      <vt:lpstr>Century Gothic</vt:lpstr>
      <vt:lpstr>Euphemia</vt:lpstr>
      <vt:lpstr>Palatino Linotype</vt:lpstr>
      <vt:lpstr>Script MT Bold</vt:lpstr>
      <vt:lpstr>Segoe UI Variable Small Semibol</vt:lpstr>
      <vt:lpstr>Hexagonal design template</vt:lpstr>
      <vt:lpstr>Q-Rescue Quantum  Disaster Response Network</vt:lpstr>
      <vt:lpstr>Problem Statement</vt:lpstr>
      <vt:lpstr>Our Solution</vt:lpstr>
      <vt:lpstr>How It Works (Working Process)</vt:lpstr>
      <vt:lpstr>Benefits 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greeshma pramila</dc:creator>
  <cp:lastModifiedBy>greeshma pramila</cp:lastModifiedBy>
  <cp:revision>1</cp:revision>
  <dcterms:created xsi:type="dcterms:W3CDTF">2026-09-14T10:51:34Z</dcterms:created>
  <dcterms:modified xsi:type="dcterms:W3CDTF">2026-09-15T00:24:55Z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74063900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